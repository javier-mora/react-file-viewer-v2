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>
          <a:xfrm>
            <a:off x="685800" y="457200"/>
            <a:ext cx="7772400" cy="914400"/>
          </a:xfrm>
        </p:spPr>
        <p:txBody>
          <a:bodyPr/>
          <a:lstStyle/>
          <a:p>
            <a:r>
              <a:rPr lang="en-US" sz="3200" b="1"/>
              <a:t>react-file-viewer-v2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85800" y="1600200"/>
            <a:ext cx="7772400" cy="2286000"/>
          </a:xfrm>
        </p:spPr>
        <p:txBody>
          <a:bodyPr/>
          <a:lstStyle/>
          <a:p>
            <a:r>
              <a:rPr lang="en-US" sz="1800"/>
              <a:t>Minimal PPTX sample for Storybook.</a:t>
            </a:r>
          </a:p>
          <a:p>
            <a:r>
              <a:rPr lang="en-US" sz="1800"/>
              <a:t>This file validates the slide renderer in a real .pptx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/>
      <a:lnStyleLst/>
      <a:effectStyleLst/>
      <a:bgFillStyleLst/>
    </a:fmtScheme>
  </a:themeElements>
  <a:objectDefaults/>
  <a:extraClrSchemeLst/>
</a:theme>
</file>